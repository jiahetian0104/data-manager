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33" autoAdjust="0"/>
    <p:restoredTop sz="94660"/>
  </p:normalViewPr>
  <p:slideViewPr>
    <p:cSldViewPr snapToGrid="0">
      <p:cViewPr>
        <p:scale>
          <a:sx n="125" d="100"/>
          <a:sy n="125" d="100"/>
        </p:scale>
        <p:origin x="2248" y="6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C47C9-D795-479E-B5E6-D4E4040E0D81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867B1-DD1F-4214-AC0D-B7DA47B4D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822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Birth </a:t>
            </a:r>
            <a:r>
              <a:rPr lang="en-US" altLang="zh-CN" dirty="0" err="1"/>
              <a:t>cer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7867B1-DD1F-4214-AC0D-B7DA47B4D9A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632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FD0BE-B630-0254-5819-993F343498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D1240A-C250-91FE-2DB6-AAD397DDAB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7A23A-36AF-8D75-94A2-E765C25F4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1EB8E-99AC-491D-9055-66E389F721CD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5BBE5-9F72-791B-2B0C-35C7DC134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F37DB-6CDB-4B43-8C55-A72AE375C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A245-2243-48A8-9254-2CB9200D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078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25C61-3F78-B3E8-CE22-687A47896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5251E-CE4A-DFD6-1E2B-7F0A1C348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3A7FB-2DBC-10C5-BA9B-8B5A23651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1EB8E-99AC-491D-9055-66E389F721CD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532CA-7EC4-CF80-FB85-E4D8B8FFB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2614C-4F9E-98DF-A0AB-670C3D682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A245-2243-48A8-9254-2CB9200D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591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BFB03-BB18-DEA1-ED0A-4F09F9FD5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6534C-D9F1-FC34-B5E8-5F390608B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864A2-C214-6384-BD56-52F44AA6D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1EB8E-99AC-491D-9055-66E389F721CD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A0D58-F8B3-1480-F8B9-5AEA48E24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17B7E-BAF8-C09D-25C5-C7BEB0E09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A245-2243-48A8-9254-2CB9200D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820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3287C-7346-616F-1750-933DD1128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B15FD-7EAC-44A5-867C-83C0EE35E4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961BB7-3B89-D0C2-808C-4278AF444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A52A1-D021-3B22-B700-CB9BDDAC4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1EB8E-99AC-491D-9055-66E389F721CD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A2557E-5622-1568-673D-298EBDCD7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076FE-9BCD-16C0-71FA-1278ACF94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A245-2243-48A8-9254-2CB9200D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350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B7769-4408-C8C0-70BD-B9258B04D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7D3CEA-EE5B-2E5B-FEB0-60351745A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0FF93E-9BDA-CD60-CB44-04402749A4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CEAA91-5E1F-C534-033C-1ADA97B120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6EA5CA-3DB5-EDDC-43B7-FBC96B52E1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0A8E19-D878-3353-1CD7-53FB092C8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1EB8E-99AC-491D-9055-66E389F721CD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3990A8-3461-336A-12E2-588A078A1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1BD799-D12C-4863-811B-1D98FF149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A245-2243-48A8-9254-2CB9200D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25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A5F7B-DBFF-25A9-7434-5703CDEAD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DCF563-78E8-FA2F-B2E2-5C4829B8E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1EB8E-99AC-491D-9055-66E389F721CD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F457EC-C644-90C6-AD45-CBFF63739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003A8E-1025-F55F-D77C-F0C14242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A245-2243-48A8-9254-2CB9200D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683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3B6E20-0CA8-6D6E-E117-4135A784A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1EB8E-99AC-491D-9055-66E389F721CD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F00623-EBA8-13BD-8047-237C5039E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3628B-0C1F-E01D-7D87-AE854CDF0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A245-2243-48A8-9254-2CB9200D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912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B346D-FE9A-87B1-0E74-DEA3A31F7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F89B5-2932-BEC7-39EA-CB28E6C9E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66B2DD-E717-3668-AD21-464D6E9D9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B3E21-E134-5451-D303-DB6A13351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1EB8E-99AC-491D-9055-66E389F721CD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7F42A5-8127-889F-6688-299710F8A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CA32C-F903-E85C-5CFA-127608CC8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A245-2243-48A8-9254-2CB9200D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913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055DE-6971-5064-0B61-2EDA4AE23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0DC548-A4C1-5B7D-42FD-F3B3185F11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5FA45C-F6D2-86AF-3A78-7CD927977A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0B98F7-2AD4-ECC7-0E94-763DA50C0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1EB8E-99AC-491D-9055-66E389F721CD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A3315E-3029-C2F4-E0BB-7F6B1B686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448A30-2396-2A98-4A54-ED52E7F25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A245-2243-48A8-9254-2CB9200D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298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498DD-D131-DCE0-0348-7A7356AA4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FC99B3-A414-7E60-BED4-A9428DCAF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1BF70-BF68-6B7E-D2C6-20DBEE807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1EB8E-99AC-491D-9055-66E389F721CD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CD2CB-F665-ED9F-29CC-A29031D7B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59F81-36CB-6F79-6F69-56325F5CF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A245-2243-48A8-9254-2CB9200D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006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935672-B9AE-B982-4663-ED65F06EC1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32EF60-436D-1729-1DFA-62B8685BA6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552E6-0506-B0B0-2344-56A261161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1EB8E-99AC-491D-9055-66E389F721CD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27432-2EA1-E2A7-F944-8048D7865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E626B-786F-8A67-5068-F358D1629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A245-2243-48A8-9254-2CB9200D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286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C6F8DB-0946-4F15-D3D8-0828B8BAA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B8C040-257E-4913-35F8-37BF57B85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7C03C-2FE2-D72E-000D-015BAC583F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D1EB8E-99AC-491D-9055-66E389F721CD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B8A7F-8769-C16F-85A9-7FB64250A4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9F787-07E3-577B-CC0A-0AB6C2A556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42A245-2243-48A8-9254-2CB9200D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35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B06D8F-262D-E2C6-17C6-AAD358860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0983" y="2701410"/>
            <a:ext cx="3924848" cy="11336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A31189-EAA1-72C5-8200-BB40FBAB89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489" y="834014"/>
            <a:ext cx="6565195" cy="51899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E2AFF4-6E65-52C6-D575-055AB29EBFDD}"/>
              </a:ext>
            </a:extLst>
          </p:cNvPr>
          <p:cNvSpPr txBox="1"/>
          <p:nvPr/>
        </p:nvSpPr>
        <p:spPr>
          <a:xfrm>
            <a:off x="9357919" y="2160165"/>
            <a:ext cx="1342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721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4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Michigan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Tian, Jiahe</dc:creator>
  <cp:lastModifiedBy>Tian, Jiahe</cp:lastModifiedBy>
  <cp:revision>1</cp:revision>
  <dcterms:created xsi:type="dcterms:W3CDTF">2026-04-03T13:02:18Z</dcterms:created>
  <dcterms:modified xsi:type="dcterms:W3CDTF">2026-04-03T13:43:17Z</dcterms:modified>
</cp:coreProperties>
</file>